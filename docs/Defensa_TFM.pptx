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474720"/>
            <a:ext cx="112745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Sistema RAG y Generador Automático
de Proyectos Técnicos
para Reformas de Vehículos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8E8"/>
                </a:solidFill>
              </a:rPr>
              <a:t>Trabajo Fin de Máster · Máster en Inteligencia Artificial Aplicada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</a:rPr>
              <a:t>Autor: [Tu nombre] · Tutor: [Tutor] ·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El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La tramitación de reformas de vehículos en España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El Manual de Reformas de la DGT clasifica 76 tipos de reforma (Fichas CR)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La Vía A exige un Proyecto Técnico completo firmado por ingeniero colegiado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Un proyecto tipo: 30–60 páginas · 4–8 horas de redacción manual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Trabajo repetitivo: compilar normativa, identificar ARs, estructurar secciones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Alta variabilidad en calidad entre ingenieros y talleres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0"/>
            <a:ext cx="11640312" cy="914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71500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D8FF"/>
                </a:solidFill>
              </a:rPr>
              <a:t>💡 El problema no es de volumen solo — es de valor añadido. El ingeniero dedica horas a trabajo mecánico que no aporta criterio técnico diferencial.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Flujo actual vs. flujo con 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37276" cy="5486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545439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📋 FLUJO ACTUAL
Ingeniero recibe reforma
↓
Busca manualmente en PDF (76 fichas)
↓
Identifica CRs aplicables
↓
Filtra ARs por categoría de vehículo
↓
Redacta secciones desde plantilla propia
↓
Genera Word manualmente
⏱ 4–8 horas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7356" y="1143000"/>
            <a:ext cx="5637276" cy="5486400"/>
          </a:xfrm>
          <a:prstGeom prst="rect">
            <a:avLst/>
          </a:prstGeom>
          <a:solidFill>
            <a:srgbClr val="10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4516" y="1234440"/>
            <a:ext cx="5454396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🤖 CON EL SISTEMA
Ingeniero introduce datos
↓
RAG recupera fichas CR automáticamente
↓
LLM identifica CRs + filtra ARs
↓
Agentes redactan borrador en paralelo
↓
Ingeniero revisa y aprueba secciones
↓
Sistema genera .docx estructurado
⏱ &lt; 30 minutos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Planteamiento de Solución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Dos módulos complementarios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MÓDULO 1 — Chatbot RAG: consulta del Manual de Reformas en lenguaje natural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MÓDULO 2 — Generador de Proyectos Técnicos Vía A con revisión humana integrada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Base compartida: ChromaDB con 76 fichas CR + preámbulo + Reglamento (UE) 2018/858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Modelos OpenAI: gpt-4o (razonamiento normativo) · gpt-4o-mini (redacción técnica)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Human-in-the-loop: el ingeniero revisa y aprueba cada sección antes del .docx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0"/>
            <a:ext cx="11640312" cy="914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71500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D8FF"/>
                </a:solidFill>
              </a:rPr>
              <a:t>⚠️ El sistema no reemplaza al ingeniero — elimina el trabajo mecánico y libera tiempo para el criterio técnico y la responsabilidad profesional.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Documentos e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Fuentes de conocimiento indexadas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Manual de Reformas DGT — Sección I: 76 fichas CR (PDF oficial, ~200 páginas)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Preámbulo del Manual: interpretación de los Actos Reglamentarios (ARs)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Reglamento (UE) 2018/858: definición de categorías de vehículos (M1, M2, N1…)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Keywords de taller: CSV editable con términos coloquiales mapeados a cada CR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0"/>
            <a:ext cx="11640312" cy="914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71500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D8FF"/>
                </a:solidFill>
              </a:rPr>
              <a:t>📂 Inputs del usuario: datos del vehículo (bastidor, categoría, matrícula), datos del ingeniero y del taller, descripción libre de la reforma, CRs opcionales indicados manualmente.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Parser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Extracción del PDF con pdfplumber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pdfplumber: extracción híbrida — tablas con extract_tables(), texto con extract_text()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Tablas: campo de aplicación por categorías · Actos Reglamentarios con nivel de exigencia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Texto libre: denominación, vía de tramitación, documentación exigible, info adicional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Resultado: 76 objetos JSON con todos los campos estructurados de cada ficha CR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Detección de referencias cruzadas: "ver también CR X.X" en informacion_adicional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0"/>
            <a:ext cx="11640312" cy="914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71500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D8FF"/>
                </a:solidFill>
              </a:rPr>
              <a:t>🔧 El reto principal: los PDFs de la DGT no tienen estructura semántica uniforme. Cada ficha tiene variaciones en el formato de las tablas de 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1188720"/>
            <a:ext cx="3566160" cy="3200400"/>
          </a:xfrm>
          <a:prstGeom prst="rect">
            <a:avLst/>
          </a:prstGeom>
          <a:solidFill>
            <a:srgbClr val="1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3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A8CC"/>
                </a:solidFill>
              </a:rPr>
              <a:t>[INSERTAR: captura del PDF original vs. JSON parseado]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Enriquecimiento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Keywords de taller para mejorar el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Problema: el ingeniero busca «turbo» pero la ficha dice «sobrealimentación»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Solución: CSV editable con keywords coloquiales mapeadas a cada CR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Script enriquecimiento.py: merge sin duplicados, validación de columnas, stats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El campo keywords_reformas se inyecta en el chunk de embedding de cada ficha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Actualizable sin re-indexar todo: solo los chunks modificados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4846320"/>
            <a:ext cx="11457432" cy="128016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937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FF80"/>
                </a:solidFill>
              </a:rPr>
              <a:t>cr,keyword
2.1,turbocompresor
2.1,turbo
8.20,alerón
8.20,spoiler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Indexado y Base Vectorial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ChromaDB: tres colecciones con metadatos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text-embedding-3-small (OpenAI): vectores de 1.536 dimensiones por chunk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Colección fichas_cr: 76 documentos · metadatos: cr, via_tramitacion, pagina_inicio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Colección preambulo: chunks del preámbulo por apartado temático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Colección reglamento_ue: 8 fragmentos del Reglamento (UE) 2018/858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Retrieval condicional: preámbulo (si query menciona documentación) · reglamento (si menciona categorías)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Filtro por metadatos antes de búsqueda semántica: via_tramitacion = 'A'</a:t>
            </a:r>
          </a:p>
        </p:txBody>
      </p:sp>
      <p:sp>
        <p:nvSpPr>
          <p:cNvPr id="5" name="Rectangle 4"/>
          <p:cNvSpPr/>
          <p:nvPr/>
        </p:nvSpPr>
        <p:spPr>
          <a:xfrm>
            <a:off x="8348472" y="1188720"/>
            <a:ext cx="3566160" cy="3200400"/>
          </a:xfrm>
          <a:prstGeom prst="rect">
            <a:avLst/>
          </a:prstGeom>
          <a:solidFill>
            <a:srgbClr val="1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39913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A8CC"/>
                </a:solidFill>
              </a:rPr>
              <a:t>[INSERTAR: diagrama de las 3 colecciones y flujo de retrieval]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Los Dos Servicios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Chatbot RAG · Generador de Proyectos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37276" cy="54864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54543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000"/>
                </a:solidFill>
              </a:rPr>
              <a:t>💬 CHATBOT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545439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Consulta en lenguaje natural
Historial de conversación (4 turnos)
Filtros: categoría de vehículo · vía
Fuentes citadas en cada respuesta
Retrieval en 3 colecciones
Modelo: gpt-4o-mini
Ejemplo:
«¿Qué necesito para instalar
un turbo en un M1 Vía A?»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7356" y="1143000"/>
            <a:ext cx="5637276" cy="5486400"/>
          </a:xfrm>
          <a:prstGeom prst="rect">
            <a:avLst/>
          </a:prstGeom>
          <a:solidFill>
            <a:srgbClr val="10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234440"/>
            <a:ext cx="54543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000"/>
                </a:solidFill>
              </a:rPr>
              <a:t>📄 GENERADOR VÍA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1783080"/>
            <a:ext cx="545439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Pipeline multi-agente (LangGraph)
Identificación automática de CRs
Redacción de 10 secciones en paralelo
Human-in-the-loop: revisión sección a sección
Regeneración parcial (solo lo rechazado)
Exportación .docx estructurado
Modelos:
gpt-4o (Identificador CR)
gpt-4o-mini (Redactores)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Características Técnicas del RAG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Pipeline RAG con retrieval condicional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Pregunta del usuario → embedding → búsqueda coseno en ChromaDB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Retrieval condicional: keywords activan colecciones adicionales (preámbulo, reglamento)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Enriquecimiento de query corta: se concatena con el último turno del historial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Filtro de metadatos previo: reduce el espacio de búsqueda antes del ranking vectorial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Contexto estructurado por secciones: === FICHAS === · === PREÁMBULO === · === REGLAMENTO ===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Temperatura 0 + fuentes citadas → respuestas reproducibles y trazables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48472" y="1188720"/>
            <a:ext cx="3566160" cy="3200400"/>
          </a:xfrm>
          <a:prstGeom prst="rect">
            <a:avLst/>
          </a:prstGeom>
          <a:solidFill>
            <a:srgbClr val="1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39913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A8CC"/>
                </a:solidFill>
              </a:rPr>
              <a:t>[INSERTAR: captura del chatbot en funcionamiento]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Arquitectura de la Aplicación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Frontend · Backend · Base vectorial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D8FF"/>
                </a:solidFill>
              </a:rPr>
              <a:t>┌─────────────────────────────────────────────────────────────┐
│   FRONTEND (Streamlit · puerto 8501)                        │
│   Menú central → Chatbot RAG  /  Generador Proyectos        │
└────────────────────────┬────────────────────────────────────┘
                         │ HTTP / REST
┌────────────────────────▼────────────────────────────────────┐
│   BACKEND (FastAPI · puerto 8000)                           │
│   POST /consulta  ·  POST /proyecto-tecnico/iniciar         │
│   POST /proyecto-tecnico/revisar  ·  GET /health            │
│                                                             │
│   RAG chain          LangGraph Grafo                        │
│   retriever.py       identificador_cr → redactores →        │
│                      revision_humana → ensamblador          │
└────────────────────────┬────────────────────────────────────┘
                         │
┌────────────────────────▼────────────────────────────────────┐
│   ChromaDB (local)     OpenAI API          Node.js (.docx)  │
│   fichas_cr            text-embedding-3-small               │
│   preambulo            gpt-4o / gpt-4o-mini                 │
│   reglamento_ue                                             │
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Endpoints FastAPI y validación Pydantic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GET  /health — estado del servicio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POST /consulta — RAG: pregunta + historial + filtros → respuesta + fuentes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GET  /categorias · GET /vias — datos de referencia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POST /proyecto-tecnico/iniciar — lanza el grafo LangGraph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POST /proyecto-tecnico/revisar — reanuda el grafo tras revisión humana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GET  /proyecto-tecnico/descargar/{id} — devuelve el .docx generado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Validación de entrada con Pydantic v2: descripción mínima 20 chars, campos obligatorios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Funcionamiento Final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Pipeline completo del Generador (Vía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1. Ingeniero introduce datos: vehículo · reforma · taller · componentes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2. Agente 1 (gpt-4o): RAG → identifica CRs · filtra ARs por categoría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3. Agentes 2-4 en paralelo (gpt-4o-mini): redactan 10 secciones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4. Revisión humana: ingeniero aprueba o pide reescritura con motivo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5. Solo se regeneran las secciones rechazadas (no todo el borrador)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6. Agente 5 (Node.js): monta el .docx con portada, índice, tablas y bloques de firma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348472" y="1188720"/>
            <a:ext cx="3566160" cy="3200400"/>
          </a:xfrm>
          <a:prstGeom prst="rect">
            <a:avLst/>
          </a:prstGeom>
          <a:solidFill>
            <a:srgbClr val="1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39913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A8CC"/>
                </a:solidFill>
              </a:rPr>
              <a:t>[INSERTAR: captura del paso 3 — revisión de secciones en Streamlit]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Tests y calidad del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122 tests unitarios en pytest — 0 llamadas reales a OpenAI ni ChromaDB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test_models.py · test_rag_chain.py · test_rag_retriever.py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test_identificador_cr.py · test_ensamblador.py · test_api.py · test_enriquecimiento.py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FastAPI TestClient + unittest.mock para endpoints y cadena RAG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Despliegue reproducible con Docker: docker-compose up (backend + frontend)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2E558C"/>
                </a:solidFill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45720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Trabajos Futuros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Líneas de mejora y extensión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574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Vías B, C y D: ampliar el generador más allá de la Vía 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Secciones II-IV del Manual: cálculos justificativos, planos, presupuesto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RAG con reranking: cross-encoder para mejorar la precisión del retrieval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Evaluación automática: RAGAS (faithfulness, answer relevancy, context precision)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Modelos locales (Ollama / Mistral): eliminar dependencia de la API de OpenAI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Integración con firma digital: e-firma del ingeniero directamente en el .docx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FFC0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Autenticación y multi-tenant: cada despacho con su propia base de proyectos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926080"/>
            <a:ext cx="85313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8E8"/>
                </a:solidFill>
              </a:rPr>
              <a:t>Sistema RAG y Generador de Proyectos Técnicos para Reformas de Vehículos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000"/>
                </a:solidFill>
              </a:rPr>
              <a:t>🔗 github.com/msp40industry-dev/Trabajo_Fin_de_Master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Turno de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